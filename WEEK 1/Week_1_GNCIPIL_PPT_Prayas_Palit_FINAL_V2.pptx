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af46e72854d97" /><Relationship Type="http://schemas.openxmlformats.org/officeDocument/2006/relationships/extended-properties" Target="/docProps/app.xml" Id="Ra8f1bc064b114545" /><Relationship Type="http://schemas.openxmlformats.org/officeDocument/2006/relationships/officeDocument" Target="/ppt/presentation.xml" Id="R7c2adba77f15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671ab7f0d9499c"/>
  </p:sldMasterIdLst>
  <p:notesMasterIdLst>
    <p:notesMasterId xmlns:r="http://schemas.openxmlformats.org/officeDocument/2006/relationships" r:id="R38c196653f944ea0"/>
  </p:notesMasterIdLst>
  <p:sldIdLst>
    <p:sldId xmlns:r="http://schemas.openxmlformats.org/officeDocument/2006/relationships" id="256" r:id="R8f72d0ab243b42d5"/>
    <p:sldId xmlns:r="http://schemas.openxmlformats.org/officeDocument/2006/relationships" id="257" r:id="R93ca0a52cb274735"/>
    <p:sldId xmlns:r="http://schemas.openxmlformats.org/officeDocument/2006/relationships" id="258" r:id="R978bcb82da42423b"/>
    <p:sldId xmlns:r="http://schemas.openxmlformats.org/officeDocument/2006/relationships" id="259" r:id="R73aec4fe734d4c7e"/>
    <p:sldId xmlns:r="http://schemas.openxmlformats.org/officeDocument/2006/relationships" id="260" r:id="Re9111c55be3741a2"/>
    <p:sldId xmlns:r="http://schemas.openxmlformats.org/officeDocument/2006/relationships" id="261" r:id="R81071dce7d9a4941"/>
    <p:sldId xmlns:r="http://schemas.openxmlformats.org/officeDocument/2006/relationships" id="262" r:id="Rcd2baa8d79604e8c"/>
    <p:sldId xmlns:r="http://schemas.openxmlformats.org/officeDocument/2006/relationships" id="263" r:id="R63e7fb17c80749bf"/>
    <p:sldId xmlns:r="http://schemas.openxmlformats.org/officeDocument/2006/relationships" id="264" r:id="R30a454267b89498e"/>
    <p:sldId xmlns:r="http://schemas.openxmlformats.org/officeDocument/2006/relationships" id="265" r:id="Rc2a1ad97d7514850"/>
    <p:sldId xmlns:r="http://schemas.openxmlformats.org/officeDocument/2006/relationships" id="266" r:id="Rc01fc8cf390044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10bd40d5424776" /><Relationship Type="http://schemas.openxmlformats.org/officeDocument/2006/relationships/slideMaster" Target="/ppt/slideMasters/slideMaster1.xml" Id="R52671ab7f0d9499c" /><Relationship Type="http://schemas.openxmlformats.org/officeDocument/2006/relationships/notesMaster" Target="/ppt/notesMasters/notesMaster1.xml" Id="R38c196653f944ea0" /><Relationship Type="http://schemas.openxmlformats.org/officeDocument/2006/relationships/presProps" Target="/ppt/presProps.xml" Id="R399ad404ed984117" /><Relationship Type="http://schemas.openxmlformats.org/officeDocument/2006/relationships/viewProps" Target="/ppt/viewProps.xml" Id="R419c6787ea3344f6" /><Relationship Type="http://schemas.openxmlformats.org/officeDocument/2006/relationships/tableStyles" Target="/ppt/tableStyles.xml" Id="R432e61661851421f" /><Relationship Type="http://schemas.openxmlformats.org/officeDocument/2006/relationships/slide" Target="/ppt/slides/slide1.xml" Id="R8f72d0ab243b42d5" /><Relationship Type="http://schemas.openxmlformats.org/officeDocument/2006/relationships/slide" Target="/ppt/slides/slide2.xml" Id="R93ca0a52cb274735" /><Relationship Type="http://schemas.openxmlformats.org/officeDocument/2006/relationships/slide" Target="/ppt/slides/slide3.xml" Id="R978bcb82da42423b" /><Relationship Type="http://schemas.openxmlformats.org/officeDocument/2006/relationships/slide" Target="/ppt/slides/slide4.xml" Id="R73aec4fe734d4c7e" /><Relationship Type="http://schemas.openxmlformats.org/officeDocument/2006/relationships/slide" Target="/ppt/slides/slide5.xml" Id="Re9111c55be3741a2" /><Relationship Type="http://schemas.openxmlformats.org/officeDocument/2006/relationships/slide" Target="/ppt/slides/slide6.xml" Id="R81071dce7d9a4941" /><Relationship Type="http://schemas.openxmlformats.org/officeDocument/2006/relationships/slide" Target="/ppt/slides/slide7.xml" Id="Rcd2baa8d79604e8c" /><Relationship Type="http://schemas.openxmlformats.org/officeDocument/2006/relationships/slide" Target="/ppt/slides/slide8.xml" Id="R63e7fb17c80749bf" /><Relationship Type="http://schemas.openxmlformats.org/officeDocument/2006/relationships/slide" Target="/ppt/slides/slide9.xml" Id="R30a454267b89498e" /><Relationship Type="http://schemas.openxmlformats.org/officeDocument/2006/relationships/slide" Target="/ppt/slides/slide10.xml" Id="Rc2a1ad97d7514850" /><Relationship Type="http://schemas.openxmlformats.org/officeDocument/2006/relationships/slide" Target="/ppt/slides/slide11.xml" Id="Rc01fc8cf3900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1fc56b5fd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d881e2603c4be6" /><Relationship Type="http://schemas.openxmlformats.org/officeDocument/2006/relationships/notesMaster" Target="/ppt/notesMasters/notesMaster1.xml" Id="Rd56ea322ce5048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6056744f94fe7" /><Relationship Type="http://schemas.openxmlformats.org/officeDocument/2006/relationships/notesMaster" Target="/ppt/notesMasters/notesMaster1.xml" Id="R08e482fa0361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e518772ff44234" /><Relationship Type="http://schemas.openxmlformats.org/officeDocument/2006/relationships/notesMaster" Target="/ppt/notesMasters/notesMaster1.xml" Id="R3cd83b990a3244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40c1f1aa9f47a6" /><Relationship Type="http://schemas.openxmlformats.org/officeDocument/2006/relationships/notesMaster" Target="/ppt/notesMasters/notesMaster1.xml" Id="R5e195f7dedf9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c1bf444fc843c2" /><Relationship Type="http://schemas.openxmlformats.org/officeDocument/2006/relationships/notesMaster" Target="/ppt/notesMasters/notesMaster1.xml" Id="Ra8cdede8b951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0c416b47c6467b" /><Relationship Type="http://schemas.openxmlformats.org/officeDocument/2006/relationships/notesMaster" Target="/ppt/notesMasters/notesMaster1.xml" Id="R5f6b460482eb49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0a168e22374532" /><Relationship Type="http://schemas.openxmlformats.org/officeDocument/2006/relationships/notesMaster" Target="/ppt/notesMasters/notesMaster1.xml" Id="R4366a5cc7fd44f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3adcbeaf4940c7" /><Relationship Type="http://schemas.openxmlformats.org/officeDocument/2006/relationships/notesMaster" Target="/ppt/notesMasters/notesMaster1.xml" Id="Rc2502f758a1d41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76ffd70736449a" /><Relationship Type="http://schemas.openxmlformats.org/officeDocument/2006/relationships/notesMaster" Target="/ppt/notesMasters/notesMaster1.xml" Id="R732d8064cc0349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82164d2c38463e" /><Relationship Type="http://schemas.openxmlformats.org/officeDocument/2006/relationships/notesMaster" Target="/ppt/notesMasters/notesMaster1.xml" Id="R3c4be13c052044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09ed0671874d6d" /><Relationship Type="http://schemas.openxmlformats.org/officeDocument/2006/relationships/notesMaster" Target="/ppt/notesMasters/notesMaster1.xml" Id="Rdf758e512b16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13dab19d8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fc45344ee64284" /><Relationship Type="http://schemas.openxmlformats.org/officeDocument/2006/relationships/slideLayout" Target="/ppt/slideLayouts/slideLayout1.xml" Id="R9bf41231e0a64c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f41231e0a64c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1847fd8004698" /><Relationship Type="http://schemas.openxmlformats.org/officeDocument/2006/relationships/notesSlide" Target="/ppt/notesSlides/notesSlide1.xml" Id="Rf082cb7dc43a49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0b621df2841fa" /><Relationship Type="http://schemas.openxmlformats.org/officeDocument/2006/relationships/notesSlide" Target="/ppt/notesSlides/notesSlide2.xml" Id="Rae583e4f8a5c44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e611a54814989" /><Relationship Type="http://schemas.openxmlformats.org/officeDocument/2006/relationships/notesSlide" Target="/ppt/notesSlides/notesSlide3.xml" Id="Rf1a51755487b47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21690d5645cc" /><Relationship Type="http://schemas.openxmlformats.org/officeDocument/2006/relationships/notesSlide" Target="/ppt/notesSlides/notesSlide4.xml" Id="Rd54e906e627b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8cde118b74ab1" /><Relationship Type="http://schemas.openxmlformats.org/officeDocument/2006/relationships/notesSlide" Target="/ppt/notesSlides/notesSlide5.xml" Id="R1dfe7e464a87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bf1cac893436b" /><Relationship Type="http://schemas.openxmlformats.org/officeDocument/2006/relationships/notesSlide" Target="/ppt/notesSlides/notesSlide6.xml" Id="Rd4ca52dc8e60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070e3f0ef409f" /><Relationship Type="http://schemas.openxmlformats.org/officeDocument/2006/relationships/notesSlide" Target="/ppt/notesSlides/notesSlide7.xml" Id="Rde395cdde84e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3e3b7da674391" /><Relationship Type="http://schemas.openxmlformats.org/officeDocument/2006/relationships/notesSlide" Target="/ppt/notesSlides/notesSlide8.xml" Id="R498588cd968a4e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993a8b6d140b6" /><Relationship Type="http://schemas.openxmlformats.org/officeDocument/2006/relationships/image" Target="/ppt/media/image.png" Id="Red9ec999560e4f1d" /><Relationship Type="http://schemas.openxmlformats.org/officeDocument/2006/relationships/notesSlide" Target="/ppt/notesSlides/notesSlide9.xml" Id="R5abdd8638d8e49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180089d1346ce" /><Relationship Type="http://schemas.openxmlformats.org/officeDocument/2006/relationships/image" Target="/ppt/media/image2.png" Id="R90750e3947dd4aee" /><Relationship Type="http://schemas.openxmlformats.org/officeDocument/2006/relationships/notesSlide" Target="/ppt/notesSlides/notesSlide10.xml" Id="Red632adf58cb46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d1caca0524f14" /><Relationship Type="http://schemas.openxmlformats.org/officeDocument/2006/relationships/notesSlide" Target="/ppt/notesSlides/notesSlide11.xml" Id="Race6edbe6c4f48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7F722-AB78-4F94-8BE3-78FA387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31743-24B8-4014-B552-97224199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D173D-0CAA-4483-8E6C-0F1B711D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D3880-9306-4B9F-BBFF-3A4EF07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NEXT CONSULTING INDIA PRIVATE LIMITED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EB85D-E49B-48E8-9195-4083050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Summer Internship Program in AI &amp; 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E8419-0DE8-4E21-BA98-6D80E3D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MINI PROJECT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26F4C-207B-4C0B-B308-0A852C59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Phishing Incident Report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9C22F-A24C-43CE-83FE-AC496FDA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Finding null values, duplicate URLs, cleaning the data, and creating simple visualizations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03948-8B07-4C89-A7EB-0880B447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EB37D-BCCF-4320-83FB-71DE1886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Presented 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55CEB-0EA7-4BB7-ADF7-A66BD6C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Prayas Palit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7DBF8-E9E0-4EBC-B8DE-67D72D96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Roll 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DAB0E-3AED-4049-BBF4-40E05A8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B230058EC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72BDD-621C-4502-AB9F-B1928C7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6454E-2F18-46B9-B65F-36442249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Cybersecurity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541B8-061A-47BB-8F01-84E9DD7E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619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CB4D4-61C4-428F-9604-36106432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Dataset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B4DA0-1123-4885-87B0-C6D8E0BA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PhishTank public verified online phishing URL feed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EFDE4-C555-4330-9C20-8ABDFACF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Tools Used: Python, Pandas, Matplotlib, Jupyter Notebook / VS Code</a:t>
            </a:r>
          </a:p>
        </p:txBody>
      </p:sp>
    </p:spTree>
    <p:extLst>
      <p:ext uri="{BB962C8B-B14F-4D97-AF65-F5344CB8AC3E}">
        <p14:creationId xmlns:p14="http://schemas.microsoft.com/office/powerpoint/2010/main" val="302733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A8006-A9DC-4A5E-BDE6-AE5AEA13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80FFA-7D95-4CC2-90D7-F29362D3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09BBD-0675-42E3-8E94-C63387CF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Dataset And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97A7B-1560-4DA9-870A-4A7A596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Understanding the data before writing analysis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132C5-1AC6-4506-94AB-9AF69B0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B0291-DF8B-45AB-A9C9-07FC8BEB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660FA-7476-4FF8-AE19-B604F96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8F937-96DB-4A44-AE1F-ACE3D61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dataset contains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7AD43-1203-4F20-AE7B-3EA2A5FF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D682A-C41A-451E-9433-2352E440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row represents one reported phishing URL.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FC240-33A6-4254-879B-87F90FD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22C3F-6347-45D9-AB59-FB0E607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url column stores the suspicious phishing link.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39D61-A13A-4D53-A0F4-257F96AB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82942-C462-4D68-A602-0D9F195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target column stores the brand or service being targeted.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D04B8-567A-45AF-99BD-8EE3AA7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693C6-2C88-418C-B9F7-9C84E8C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Phishing URLs should not be opened because they may be unsafe.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F5DC6-FABE-4324-8443-E1C61FF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381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D49FD-EC56-4503-972E-635EFE1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381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B7687-1C56-4082-83D0-F7B00A57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file_path = r"E:\\GNCIPIL\\WEEK 1\\phishtank_online_valid.csv"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df = pd.read_csv(file_path)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print("Dataset loaded successfully.")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DCDFB-0800-4172-ABF9-C7AE5F4E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715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ACA39-C169-44F8-845A-611CF19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B5E6A-222C-4866-A852-9A1603C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481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88853-7CFE-46DA-AA83-BF808F79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C4BB3-99A6-4D3F-B801-70EFF9C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phish_id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0B2BE-CE60-4F99-A7C6-EC9C426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82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Unique phishing report 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DBEE4-A427-40A6-90A1-48D941C1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43F14-FACC-44D5-B048-9DDE859F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Suspicious phishing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C9A23-ED68-40F8-BD0D-153A769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submission_time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7DC9C-EABE-4B19-98B7-4432CA9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95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report was submitted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E1DCC-A9E9-44D2-A3CC-EC86C2FD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D230A-C030-4E7F-808F-00B4F1B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19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Whether report was verified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09DFD-7F20-41A7-9318-BF860A8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276CF-69E5-41C7-8333-98432A58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436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Brand or service attacked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FC99F-A2AF-45E8-BE87-3920E06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 aim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3E26E-D0BB-46FB-AA6D-21D42B2A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Find null values, identify duplicate records, clean the dataset, and perform simple analysis using Pandas and Matplotlib.</a:t>
            </a:r>
          </a:p>
        </p:txBody>
      </p:sp>
    </p:spTree>
    <p:extLst>
      <p:ext uri="{BB962C8B-B14F-4D97-AF65-F5344CB8AC3E}">
        <p14:creationId xmlns:p14="http://schemas.microsoft.com/office/powerpoint/2010/main" val="2361773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D73080-774F-46C5-8698-2D55610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E42B-BC80-4740-9E1E-3DFFB2D0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9322E-D5FA-415C-8E63-D746DA83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Loading And Inspecting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41773-6457-4940-849F-BC1CFFF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Basic commands used before cleaning the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C77DC-E829-4DE7-AE8A-C17A3F0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3D093-9073-48DA-9B48-29966BE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00EAF-8476-4C5E-9794-5C18FA28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524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9A107-59F2-48F5-A57F-3108B80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52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C579B-4B27-4078-9996-BF584625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5105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print("First 5 rows of the dataset:")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print(df.head())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print("Number of rows and columns:")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print(df.shape)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print("Column names:")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print(df.columns)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D5F10-EA8E-4741-B5B4-DE12D6D8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A947C-BCBF-4165-B98F-DE3DB451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906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14BAE-77A4-40CE-9662-87C09BC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669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70D1A-91B0-4A47-A051-4DC92BD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669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0D39E-56EB-4659-85E3-60F2D30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C44FC-3DB5-4FBF-903E-5D7400E9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63,956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3D875-7D44-47FE-BCCC-8FA0BE00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669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D481A-A57F-469A-97D0-C6BA8F32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669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8E052-95AD-4CDF-856B-B531E3C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574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Columns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6CF2E-7C31-459C-A09F-7CDFD10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530FD-7349-4F8E-82D3-83EAAC28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step is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ADD5C-3567-478E-ADCF-A314BD54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Before cleaning, we first check what the data looks like, how many rows and columns are present, and what column names are available.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8A3E2-BD94-4D31-AB36-1DA33A4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This is similar to opening the dataset and checking its structure before doing any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060139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B2202A-983C-40E9-8BB8-3B13611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1F0FB-5F1B-499E-8961-CC65123E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481BD-40C9-4713-99E1-8212071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Statistical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F8CF2-059E-44B1-8B2B-73CD2B33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Using describe() like the reference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DC1A4-6C70-41CD-99FF-11092459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5B878-C4C6-4519-84E5-115ADC5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F1099-2BFF-4D20-ADF5-0D5A2D6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5429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F2C4A-348B-40C1-8992-4EF5CB2F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542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D1877-055A-43C7-BF6B-8934B1D5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5010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df["url_length"] = df["url"].str.len()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print("Statistical summary of numerical columns:")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print(df[["phish_id", "url_length"]].describe())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F3382-3C55-488F-8480-9B8BA4E8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38250"/>
            <a:ext cx="4000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C6534-6AB1-48E5-8A92-11E9BB52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0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225D-2CFD-4306-A31F-0E5EA9DB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90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78CD8-02C6-4EEF-8730-6178B39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47825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BC487-35D7-48F9-BB4B-4FE4EB5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FFE48-69E6-4496-A762-CF176FF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63,956 URLs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45AE3-F4CA-41FE-BF5A-6D424F7C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length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48D4D-650B-48AF-96F4-59D94D9E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57.99 characters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DE2E1-84D0-4B07-9EBE-435AC42F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minimum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FC938-AEF4-4696-9453-82BB2A49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12 characters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F8651-BAC7-4304-A66A-21808F8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DC927-F8EC-449F-AF58-7C02E60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38 characters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118E4-50B1-4C3B-9BF2-728C6137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maximum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0A8F9-8053-4312-B904-EB1AB815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25,523 characters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1B59B-4734-41BA-A4CC-F9F3E7A9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BB50F-68C4-4E74-BB40-85EC555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96099-8DE1-4AE3-AA7C-1C24D4E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04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url_length is a new column that counts how many characters are present in each phishing URL.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9FE9B-9DB0-436F-B838-64BF305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This helps us understand whether phishing links are usually short, medium, or very long.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F25ED-7332-439D-9421-97377926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E871B-FE07-4099-89DE-D6A561C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Important 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7B004-CB7C-4BBD-B041-CF26CF9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Most URLs are not very long, but a few extreme phishing links are much longer than normal.</a:t>
            </a:r>
          </a:p>
        </p:txBody>
      </p:sp>
    </p:spTree>
    <p:extLst>
      <p:ext uri="{BB962C8B-B14F-4D97-AF65-F5344CB8AC3E}">
        <p14:creationId xmlns:p14="http://schemas.microsoft.com/office/powerpoint/2010/main" val="20476448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DE3B4-3135-4EDD-B599-4ACD91D9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65452-5905-4984-A9B6-8A58C54B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FF75D-8335-4249-9222-5626CE48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Null Value Checking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A2B88-75F8-4A5E-A50E-A39593F3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Checking if the dataset has missing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22A14-99AB-4B83-9C9B-EC564EC1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8C477-6EBD-4DE6-A961-0AEECEC1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95680-2A56-4CD0-A071-8F3657A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191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19E4A-9CD5-4809-A911-7D26CBD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191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E4BE3-303B-4BD0-9AED-70D17A14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7720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print("Null values in each column:")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print(df.isnull().sum())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print("Total null values:")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print(df.isnull().sum().sum())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19826-16B9-41D6-9A7D-33415CAE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7F0F4-25A3-47B0-A113-C6C0322E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76F69-5192-4608-BDA9-CA6CA043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192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Total null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0E35C-CCEC-4249-A14B-646FAF7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54F0D-7772-4D9E-86E4-49FAB98C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DFB4E-13C6-4C1D-ADD6-A1B82D37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33537-B6F9-4801-96D6-16EC3A75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Rows with nulls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C9C88-7B9B-4A4F-BAFF-D117EBD4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099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329F0-D546-4C56-AD52-3D468A5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it means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0C985-695A-4979-861E-C6CF00E6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12DBE-605C-4DB4-8B7B-84D26F0B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isnull() checks missing values.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42057-D05A-4E06-AB78-D79D5A89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37FE2-B8FD-4BDB-BF3A-D9DD96D2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sum() counts missing values.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A48A7-09C9-4EDD-8505-61973893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FCFFA-2AFD-460D-AFA5-E08F3023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 this dataset, no null values were found.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8AD51-2714-4894-A691-25E7750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rows were removed due to null values.</a:t>
            </a:r>
          </a:p>
        </p:txBody>
      </p:sp>
    </p:spTree>
    <p:extLst>
      <p:ext uri="{BB962C8B-B14F-4D97-AF65-F5344CB8AC3E}">
        <p14:creationId xmlns:p14="http://schemas.microsoft.com/office/powerpoint/2010/main" val="16550328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10BF5-C934-4A20-9194-C0FB039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47872-F354-4385-89EF-671DAD9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D88B6-9429-4F7F-8801-704E1F0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Checking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C19AA-577B-42E6-AE30-AD91A40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Finding repeated rows and repeated phishing URLs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3226B-DB13-465D-9192-FB1FD2DD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F0B6-52C5-4549-8DC0-87EDED10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20BEB-3A99-4F62-AC85-B9A4EB16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5810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2F3F8-9B01-4995-96B4-DCADAE0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5810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36D8A-CDEB-4211-92DF-0AA3678A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391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duplicate_rows = df[df.duplicated()]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duplicate_urls = df["url"].duplicated().sum()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duplicate_url_rows = df[df["url"].duplicated(keep=False)]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print(duplicate_urls)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C337-9F6E-4097-BACD-DDF8E547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F910C-40A9-4D5D-96D0-42DCF2C2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07E1F-8BF7-4037-8B10-9E56C58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Complete duplicate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09F89-20F6-4F45-BFD4-3EDDA68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431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7493A-1DEE-4485-B8B3-EB0B1ED7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940BE-1ECB-4514-95FB-202B679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E0669-3C43-4B2A-A776-08B8F25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86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Duplicate URLs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603A6-01FD-4EB4-9402-4213D95F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97453-CCAA-4F6C-9289-4F726B1E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Meaning of keep=False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419DB-EC93-40D6-9646-AD0EFA8A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FEEEB-97AB-4C71-B3E7-E652B26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shows all rows where the URL is repeated.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6586B-4627-4FF9-BA53-379AFA3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2D571-1141-4614-A4AC-0E238F91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helps us see both duplicate copies clearly.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CD1EB-E522-40C1-87C3-F6976A19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5D059-DE5D-4139-993E-1070A01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duplicate URL rows are removed in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14174191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D6D16-A333-49CB-A1BC-472A2A74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06B93-DE3C-4E1D-A252-F6B83FDB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FFCC6-C3DA-4A0B-94E2-ED5815A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Cleaning The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ED6C9-3CCD-4D57-9B64-11EBBB7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Removing duplicate URLs and null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21F23-573C-477A-847F-EA88B57B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6F369-977C-4CB9-8146-97C2D52D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2D3FC-84C6-430B-8353-1452DCF5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60483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8EC90-88FB-4441-AE71-68F9784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6048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56181-F6E8-4A91-8A16-ACEA6B61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56292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df_no_duplicates = df.drop_duplicates(subset=["url"], keep="first")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clean_df = df_no_duplicates.dropna()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clean_df = clean_df.copy()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9D100-1B0C-47D7-AA28-C48E145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75FFC-E922-4AE0-A6EE-E9434DA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738F2-9610-4ED9-98BD-5F2FA6AD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287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Rows before cleaning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5D2D2-3B61-4955-BC78-0DABB08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63,956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EE87D-4A0A-44F3-A086-78D2D23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EBD42-BB86-44EE-B1D1-4736745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AFA26-CD34-4D3E-B2DB-9554CEA6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Rows after cleaning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93005-8397-4013-ACD7-F8175D7A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623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63,949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FB0D0-D627-4BC7-B84F-B753076A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01CF3-77C4-4E68-BADB-2AD3A532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2A386-93E4-49BE-94FD-633AA10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481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Rows removed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C46F2-8FA4-498B-9525-9A96B9AF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720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0BD38-EB02-44EF-B734-3B1C15E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72D-D96B-4389-93A8-E82CFD5F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url is used for duplicate removal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E592C-7EF6-456F-8C60-52FC1BDF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same phishing URL should not be counted repeatedly. So duplicate records are removed based on the url column.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7CE4B-714B-4933-92E2-3C9D35FF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Target names can repeat because many URLs can attack the same brand.</a:t>
            </a:r>
          </a:p>
        </p:txBody>
      </p:sp>
    </p:spTree>
    <p:extLst>
      <p:ext uri="{BB962C8B-B14F-4D97-AF65-F5344CB8AC3E}">
        <p14:creationId xmlns:p14="http://schemas.microsoft.com/office/powerpoint/2010/main" val="4928453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2CF5D-883F-4277-9B01-142C44AB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E32C-08C5-4D1C-AD4C-50DBF0B2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9D74C-B05B-4BEF-85F5-DE4C40BD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Final Check After Cleaning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0DD3E-45EB-4408-BD41-A404A1B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Confirming the cleaned dataset is actually clean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0000F-6293-4409-9785-F92C3348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33774-7361-49D7-A1DB-1CE4811B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165CF-7A2A-4B99-AA8E-A90F7A8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52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CCC54-55E1-43DD-910F-82C28E4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52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B625A-9031-4684-A5EA-5858598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5105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print(clean_df.isnull().sum().sum())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print(clean_df["url"].duplicated().sum())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print(clean_df.duplicated().sum())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429A2-EFA8-438F-A487-6EDE8F5B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382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C8A2F-2987-4117-BDE8-57B3F6B6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38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89A1A-EEAD-406D-9687-7E736AFC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28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Final null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690E4-B5D5-47AC-B1C9-C3B60B91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6E49F-60EA-4F11-9F15-82DBB0C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D78E2-0F57-4533-979E-264587D1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58872-22C7-43C7-8B35-A61CCAFA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Final duplicate URLs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EE742-722C-4653-BDDB-092B61A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73C1C-2DC7-4E75-86CC-6BD0CCF3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DAFA8-1C7D-4DD6-85FA-5A75B80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34C81-54DF-4712-805B-51C0EDBA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481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Final duplicate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5C94E-AE7C-45E6-BBBB-23DFF22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3C572-9D3F-45BE-8080-5C982FB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528C5-83D0-4BC6-A448-FFC95228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6D163-D3DC-40A1-B4C1-A6E8E47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null values remain.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FEF89-51B4-4A88-93B5-CE85CF7B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9F83C-AA06-4596-9512-9516A711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duplicate URL values remain.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396AA-C087-422C-A694-0D8CDFE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AF779-A2CD-4B94-AF8B-DF59769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cleaned dataset is ready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3868585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940870-6BC3-4C8A-B881-920F57C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FB2D-6106-4D64-A578-D1063ED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D9935-5CA9-4C68-958E-9E79195C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GroupBy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C35CA-82C6-44AE-9C96-7B96BF6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Top phishing targets after removing Other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2801A-31C3-44FF-B110-025A801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04446-8211-4B9C-BD39-3CC8B60A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40DFA-CD38-4BDF-A61E-DB5A5595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5048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3AAEF-6005-4FB2-AE15-28938C22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504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41C7F-EDEA-48B6-BD79-81F021FD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4629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target_data = clean_df[clean_df["target"] != "Other"]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target_reports = target_data.groupby("target")["url"].count()</a:t>
            </a:r>
          </a:p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target_reports = target_reports.sort_values(ascending=False).head(5)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print(target_reports)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ec999560e4f1d"/>
          <a:stretch xmlns:a="http://schemas.openxmlformats.org/drawingml/2006/main"/>
        </p:blipFill>
        <p:spPr>
          <a:xfrm xmlns:a="http://schemas.openxmlformats.org/drawingml/2006/main">
            <a:off x="6019800" y="1280574"/>
            <a:ext cx="5334000" cy="323005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0A67C-CFAC-4DB5-A868-BD6D3B6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3810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B0D5E-070B-45E7-ABD5-B87512F3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2058A-26B3-4119-BFE6-13A3719D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5BE6A-F682-4D3C-A61C-E786C87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1FE6B-FE43-4AE0-A389-AC18678A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Allegro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66BB6-7DB6-452D-90B4-2A7BAE7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1,736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57A07-E448-4CDB-ABE2-0A509D30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Internal Revenue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692C2-76E4-407D-B7AD-756AD20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C1D18-4581-49C1-AB5A-5C3C3B2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Facebook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61CF9-CEB2-415F-BA77-C155C72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43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347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57D3A-EF15-487F-AC34-8048277A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7F4A3-8B07-4220-9279-DBE0270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273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A408E-8A20-4248-B90F-EC916A7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C2589-F005-4F95-ACDF-EF0E7E30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91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243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ABD7E-CD73-422C-AF5B-9E05EBE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911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Other was removed from the chart because it is too general and hides the meaningful brand names.</a:t>
            </a:r>
          </a:p>
        </p:txBody>
      </p:sp>
    </p:spTree>
    <p:extLst>
      <p:ext uri="{BB962C8B-B14F-4D97-AF65-F5344CB8AC3E}">
        <p14:creationId xmlns:p14="http://schemas.microsoft.com/office/powerpoint/2010/main" val="18248295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F4EEA-7668-4F54-B1B2-A31551B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DBE07-3CA2-4FFD-B47C-E7AA54AE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2B1B1-0C2C-4572-A043-F1F5BEB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URL Length Visualization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AD054-8987-4890-8ADD-36B04CF1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Simple histogram for phishing URL length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6797B-D5FE-4A9C-993F-5757BC2C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6D967-426F-4ECC-9E57-31B7EA38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8DB67-5127-4E72-B54A-EC439D1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D478D-B0E3-42A6-8CFD-16A61C21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533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51836-620D-4D6F-BD5F-F72DE553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4914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url_length_chart_data = clean_df[clean_df["url_length"] &lt;= 200]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url_length_chart_data["url_length"].plot(kind="hist", bins=30, color="lightgreen")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plt.title("Distribution of Phishing URL Lengths")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50e3947dd4aee"/>
          <a:stretch xmlns:a="http://schemas.openxmlformats.org/drawingml/2006/main"/>
        </p:blipFill>
        <p:spPr>
          <a:xfrm xmlns:a="http://schemas.openxmlformats.org/drawingml/2006/main">
            <a:off x="6438900" y="1435672"/>
            <a:ext cx="4953000" cy="299605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78F78-5EEE-44F9-ACB1-5AEA1DAC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504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visualization is useful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EAF38-6D68-49A2-9710-52D0014A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FEDAB-EE2B-4ABB-9185-BF96500B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shows how long phishing URLs usually 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620D5-CDCB-422C-899C-0B45416C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41A08-1758-415E-ACAF-571D06AA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Very long URLs can be suspicious or confusing.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19DCB-52B1-4D5F-A73D-94FB9170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7ADE7-013C-41E1-BD59-2007F1E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chart is limited to URLs up to 200 characters so it is readable.</a:t>
            </a:r>
          </a:p>
        </p:txBody>
      </p:sp>
    </p:spTree>
    <p:extLst>
      <p:ext uri="{BB962C8B-B14F-4D97-AF65-F5344CB8AC3E}">
        <p14:creationId xmlns:p14="http://schemas.microsoft.com/office/powerpoint/2010/main" val="14990983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F0DEDC-41DC-40CC-A0ED-4437A746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DA747-82C4-4BB0-899F-634D58E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7EF6E-D079-4941-9CBC-90F3715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Save Output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A4274-C52F-4BEB-A716-9E5131B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Final deliverables created from the cleaned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3AC4D-878F-4F5D-8A4D-5DEE567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Week 1 | GNCIPIL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DC6C3-5CDA-4FA7-A20B-689A60DA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636BB-C23A-4A15-98C6-41B8C5A4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0E671-FF23-41C4-887A-BD37995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42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0C411-E849-4D5A-B715-501ECF54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5010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cleaned_file_path = r"E:\\GNCIPIL\\WEEK 1\\cleaned_phishtank_dataset.csv"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clean_df.to_csv(cleaned_file_path, index=False)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0BC93-C766-401F-9D73-A4AEA4AA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95400"/>
            <a:ext cx="3714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B7804-3EB8-47ED-8048-9B814C7C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Saved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9C670-FA80-4537-B5EE-53B87811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38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cleaned_phishtank_dataset.csv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9503-E342-4385-8607-91A5C21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E7613-14B2-4177-AAF7-52125423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28B7-04F5-4A32-B9B6-FB61076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real PhishTank dataset was loaded using Pandas.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282E8-573C-4412-B41A-6DB5DCE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6C664-686D-4561-9FEE-9511E95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Null values and duplicate values were checked clearly.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060CF-A422-4048-BBAE-4EF0E31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5525D-F6F4-4982-B816-4659495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 duplicate URL records were removed.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FCC0C-86D8-419C-9832-3A3B88EE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4BEAB-62F8-46E6-A063-48DB864D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statistical summary and two simple charts were created.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A20F1-8032-44F0-87BA-506CC9B6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290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 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E5D11-970B-44E8-9953-B22F2637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43350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This project shows how to perform beginner-level data preprocessing and visualization on a real cybersecurity dataset.</a:t>
            </a:r>
          </a:p>
        </p:txBody>
      </p:sp>
    </p:spTree>
    <p:extLst>
      <p:ext uri="{BB962C8B-B14F-4D97-AF65-F5344CB8AC3E}">
        <p14:creationId xmlns:p14="http://schemas.microsoft.com/office/powerpoint/2010/main" val="1536856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2026-06-08T13:36:57.2530000Z</dcterms:created>
  <dcterms:modified xsi:type="dcterms:W3CDTF">2026-06-08T13:36:57.2530000Z</dcterms:modified>
</coreProperties>
</file>